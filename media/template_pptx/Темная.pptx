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2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8038B-FF6B-474C-B42A-83329CDE775E}" v="56" dt="2025-11-23T10:48:33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Тема</a:t>
            </a:r>
            <a:r>
              <a:rPr lang="ru-RU" dirty="0"/>
              <a:t> </a:t>
            </a:r>
            <a:r>
              <a:rPr lang="ru-RU" dirty="0">
                <a:solidFill>
                  <a:schemeClr val="bg1"/>
                </a:solidFill>
              </a:rPr>
              <a:t>презентации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Определение/небольшое вводное</a:t>
            </a:r>
          </a:p>
        </p:txBody>
      </p:sp>
      <p:pic>
        <p:nvPicPr>
          <p:cNvPr id="5" name="Рисунок 4" descr="Изображение выглядит как снимок экрана, черн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04F47A-AB69-929E-4754-08B4B2A47D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4" t="41" r="-73" b="209"/>
          <a:stretch>
            <a:fillRect/>
          </a:stretch>
        </p:blipFill>
        <p:spPr>
          <a:xfrm rot="480000">
            <a:off x="1046349" y="681670"/>
            <a:ext cx="1607680" cy="1398130"/>
          </a:xfrm>
          <a:prstGeom prst="rect">
            <a:avLst/>
          </a:prstGeom>
        </p:spPr>
      </p:pic>
      <p:pic>
        <p:nvPicPr>
          <p:cNvPr id="7" name="Рисунок 6" descr="Изображение выглядит как снимок экрана, черн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9E6F92B-112A-B896-E946-F4DA3F4578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4" t="41" r="-73" b="209"/>
          <a:stretch>
            <a:fillRect/>
          </a:stretch>
        </p:blipFill>
        <p:spPr>
          <a:xfrm rot="480000">
            <a:off x="10247153" y="1546771"/>
            <a:ext cx="836499" cy="718756"/>
          </a:xfrm>
          <a:prstGeom prst="rect">
            <a:avLst/>
          </a:prstGeom>
        </p:spPr>
      </p:pic>
      <p:pic>
        <p:nvPicPr>
          <p:cNvPr id="8" name="Рисунок 7" descr="Изображение выглядит как снимок экрана, черн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F7382A-ACC9-5B55-CC65-22A18195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4" t="41" r="-73" b="209"/>
          <a:stretch>
            <a:fillRect/>
          </a:stretch>
        </p:blipFill>
        <p:spPr>
          <a:xfrm rot="480000">
            <a:off x="4027925" y="5326838"/>
            <a:ext cx="928306" cy="801383"/>
          </a:xfrm>
          <a:prstGeom prst="rect">
            <a:avLst/>
          </a:prstGeom>
        </p:spPr>
      </p:pic>
      <p:pic>
        <p:nvPicPr>
          <p:cNvPr id="9" name="Рисунок 8" descr="Изображение выглядит как снимок экрана, черн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0DCAE6C-625B-CAB4-20DC-1AC96343CF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4" t="41" r="-73" b="209"/>
          <a:stretch>
            <a:fillRect/>
          </a:stretch>
        </p:blipFill>
        <p:spPr>
          <a:xfrm rot="480000">
            <a:off x="9767755" y="5076842"/>
            <a:ext cx="1451608" cy="128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DC00AC-D2A8-7114-F728-BFC6A36E3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Введение в тему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D0EE2D-77ED-0CBA-42D0-769CC9F26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Текст введения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1" name="Рисунок 10" descr="Изображение выглядит как снимок экрана, черн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F5153F-0884-7690-3F05-FA59A7BFDA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4" t="41" r="-73" b="209"/>
          <a:stretch>
            <a:fillRect/>
          </a:stretch>
        </p:blipFill>
        <p:spPr>
          <a:xfrm>
            <a:off x="6098788" y="993447"/>
            <a:ext cx="5247232" cy="46366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2007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5812B-A200-A59A-7397-578DA88E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Важные моменты в теме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F0E342B-E38C-3AA9-DA2B-B1948A5FF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Описание моментов</a:t>
            </a:r>
          </a:p>
        </p:txBody>
      </p:sp>
      <p:pic>
        <p:nvPicPr>
          <p:cNvPr id="6" name="Рисунок 5" descr="Изображение выглядит как снимок экрана, черн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C0EE9B-4036-B726-9AB4-BB90A4E6A3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4" t="41" r="-73" b="209"/>
          <a:stretch>
            <a:fillRect/>
          </a:stretch>
        </p:blipFill>
        <p:spPr>
          <a:xfrm rot="480000">
            <a:off x="8289113" y="-2081007"/>
            <a:ext cx="4830112" cy="416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16A15A88-001A-4EEF-8984-D87E6435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EFC225-9EC0-A2D3-BECC-86324EA63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43" y="614854"/>
            <a:ext cx="6124576" cy="266550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700">
                <a:solidFill>
                  <a:schemeClr val="bg1"/>
                </a:solidFill>
              </a:rPr>
              <a:t>Интересный факт в этой теме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4F646D-4B21-D51B-8191-23AFBD76A748}"/>
              </a:ext>
            </a:extLst>
          </p:cNvPr>
          <p:cNvSpPr txBox="1"/>
          <p:nvPr/>
        </p:nvSpPr>
        <p:spPr>
          <a:xfrm>
            <a:off x="5790275" y="3547406"/>
            <a:ext cx="56351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Текст самого факта</a:t>
            </a:r>
          </a:p>
        </p:txBody>
      </p:sp>
      <p:pic>
        <p:nvPicPr>
          <p:cNvPr id="9" name="Рисунок 8" descr="Изображение выглядит как небо, Дом-башня, Коммерческое здание, город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F57185-05F0-0227-FB7D-6693C9C6C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32" y="994861"/>
            <a:ext cx="5111918" cy="486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4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F7339-7AA7-65EE-C761-A7E447A0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D127D1-1D4E-CCB6-BABB-193CFAAE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Почему эта тема сейчас актуальна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FDF0604-2741-2DA0-3D74-8F0A80676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Описание актуальности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507158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3F983-B7BC-A05D-566E-DAC68ADF8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C7C6A-B0EF-3388-FCE3-DB2C0BF1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Заключение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02BBA7-1F68-BB27-C599-C695223C9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Описание актуальности</a:t>
            </a:r>
          </a:p>
        </p:txBody>
      </p:sp>
      <p:pic>
        <p:nvPicPr>
          <p:cNvPr id="7" name="Рисунок 6" descr="Изображение выглядит как снимок экрана, черн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E546C5B-4D3E-8D82-6FED-DFB9AFF4CE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4" t="41" r="-73" b="209"/>
          <a:stretch>
            <a:fillRect/>
          </a:stretch>
        </p:blipFill>
        <p:spPr>
          <a:xfrm rot="480000">
            <a:off x="8404312" y="3274121"/>
            <a:ext cx="4830112" cy="416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767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Тема презентации</vt:lpstr>
      <vt:lpstr>Введение в тему</vt:lpstr>
      <vt:lpstr>Важные моменты в теме</vt:lpstr>
      <vt:lpstr>Интересный факт в этой теме</vt:lpstr>
      <vt:lpstr>Почему эта тема сейчас актуальна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158</cp:revision>
  <dcterms:created xsi:type="dcterms:W3CDTF">2025-10-07T19:00:50Z</dcterms:created>
  <dcterms:modified xsi:type="dcterms:W3CDTF">2025-11-23T10:48:39Z</dcterms:modified>
</cp:coreProperties>
</file>